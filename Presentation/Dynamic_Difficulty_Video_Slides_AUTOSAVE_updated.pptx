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342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1793240"/>
            <a:ext cx="116435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800" b="1" dirty="0" err="1">
                <a:solidFill>
                  <a:srgbClr val="FFFFFF"/>
                </a:solidFill>
                <a:latin typeface="Calibri"/>
              </a:rPr>
              <a:t>Dunjun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: Procedural </a:t>
            </a:r>
            <a:r>
              <a:rPr lang="en-US" altLang="zh-CN" sz="2800" b="1" dirty="0">
                <a:solidFill>
                  <a:srgbClr val="FFFFFF"/>
                </a:solidFill>
                <a:latin typeface="Calibri"/>
              </a:rPr>
              <a:t>Dungeon Generation with Dynamic Difficulty Adjustment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047" y="3108960"/>
            <a:ext cx="1051560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dirty="0">
                <a:solidFill>
                  <a:srgbClr val="A8B0B8"/>
                </a:solidFill>
                <a:latin typeface="Calibri"/>
              </a:rPr>
              <a:t>Final</a:t>
            </a:r>
            <a:r>
              <a:rPr lang="en-US" sz="1800" b="0" dirty="0">
                <a:solidFill>
                  <a:srgbClr val="A8B0B8"/>
                </a:solidFill>
                <a:latin typeface="Calibri"/>
              </a:rPr>
              <a:t> </a:t>
            </a:r>
            <a:r>
              <a:rPr sz="1800" b="0" dirty="0">
                <a:solidFill>
                  <a:srgbClr val="A8B0B8"/>
                </a:solidFill>
                <a:latin typeface="Calibri"/>
              </a:rPr>
              <a:t>Project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A8B0B8"/>
                </a:solidFill>
                <a:latin typeface="Calibri"/>
              </a:rPr>
              <a:t>YOU SHAOPENG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1. Problem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2. The game (PCG + progression)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3. Dynamic difficulty design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4. Demo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2F0EA"/>
                </a:solidFill>
                <a:latin typeface="Calibri"/>
              </a:rPr>
              <a:t>5.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Start difficulty stays fixed for the whole run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In-run struggle ignored (HP / heals / early damage)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Fixed drops &amp; spikes → harsh or luck-heavy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Hidden reward boosts hard to explain or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72800" cy="32918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1051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What I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1060704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2F0EA"/>
                </a:solidFill>
                <a:latin typeface="Calibri"/>
              </a:rPr>
              <a:t>dynamic </a:t>
            </a:r>
            <a:r>
              <a:rPr sz="1800" b="0" dirty="0">
                <a:solidFill>
                  <a:srgbClr val="F2F0EA"/>
                </a:solidFill>
                <a:latin typeface="Calibri"/>
              </a:rPr>
              <a:t>difficulty — explainable rules</a:t>
            </a:r>
          </a:p>
          <a:p>
            <a:pPr>
              <a:spcAft>
                <a:spcPts val="800"/>
              </a:spcAft>
            </a:pPr>
            <a:endParaRPr sz="1800" b="0" dirty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2F0EA"/>
                </a:solidFill>
                <a:latin typeface="Calibri"/>
              </a:rPr>
              <a:t>• Restrained intervention + cooldown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2F0EA"/>
                </a:solidFill>
                <a:latin typeface="Calibri"/>
              </a:rPr>
              <a:t>• No loot jackpot</a:t>
            </a:r>
          </a:p>
          <a:p>
            <a:pPr>
              <a:spcAft>
                <a:spcPts val="800"/>
              </a:spcAft>
            </a:pPr>
            <a:r>
              <a:rPr sz="1800" b="0" dirty="0">
                <a:solidFill>
                  <a:srgbClr val="F2F0EA"/>
                </a:solidFill>
                <a:latin typeface="Calibri"/>
              </a:rPr>
              <a:t>• ON / OFF for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PCG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Random-walk rooms · walls / doors from neighbours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Start / shop / boss by rules · enemies by depth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Spike chance &amp; shape scale with progress</a:t>
            </a:r>
          </a:p>
          <a:p>
            <a:pPr>
              <a:spcAft>
                <a:spcPts val="600"/>
              </a:spcAft>
            </a:pPr>
            <a:endParaRPr sz="20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Progression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Relics + gold shops → different builds each run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Route / build / resources vary → state swings hard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Method — 3 Parts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566160" cy="42062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1. Starting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Easy / Medium / Hard</a:t>
            </a:r>
          </a:p>
          <a:p>
            <a:pPr>
              <a:spcAft>
                <a:spcPts val="8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Controls how much aid is allowed</a:t>
            </a:r>
          </a:p>
          <a:p>
            <a:pPr>
              <a:spcAft>
                <a:spcPts val="8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Easy → more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Hard → almost none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2062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62763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2. Distress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Not only “1 HP”</a:t>
            </a:r>
          </a:p>
          <a:p>
            <a:pPr>
              <a:spcAft>
                <a:spcPts val="8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Multi-signal → 0–1</a:t>
            </a:r>
          </a:p>
          <a:p>
            <a:pPr>
              <a:spcAft>
                <a:spcPts val="8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Decides when to 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63040"/>
            <a:ext cx="3566160" cy="420624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9" y="162763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3. Game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057400"/>
            <a:ext cx="32004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When high + not on cooldown:</a:t>
            </a:r>
          </a:p>
          <a:p>
            <a:pPr>
              <a:spcAft>
                <a:spcPts val="800"/>
              </a:spcAft>
            </a:pPr>
            <a:endParaRPr sz="1500" b="0">
              <a:solidFill>
                <a:srgbClr val="F2F0EA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• potions ↑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• spikes milder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2F0EA"/>
                </a:solidFill>
                <a:latin typeface="Calibri"/>
              </a:rPr>
              <a:t>• lethal → 1 HP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Distress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Health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2F0EA"/>
                </a:solidFill>
                <a:latin typeface="Calibri"/>
              </a:rPr>
              <a:t>Current HP / max HP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71907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Room damage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2F0EA"/>
                </a:solidFill>
                <a:latin typeface="Calibri"/>
              </a:rPr>
              <a:t>Damage in room / depth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5760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822191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No-heal streak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2F0EA"/>
                </a:solidFill>
                <a:latin typeface="Calibri"/>
              </a:rPr>
              <a:t>Rooms without healing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657600"/>
            <a:ext cx="5394960" cy="182880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822191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Near-death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25196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2F0EA"/>
                </a:solidFill>
                <a:latin typeface="Calibri"/>
              </a:rPr>
              <a:t>Near-death 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48640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Adjusts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120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Potion chance ↑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Spike pressure ↓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Easier layouts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Lethal → 1 HP (rare)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Cooldown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9496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276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Does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50292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Heavy gold boost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Relic jackpot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Flip the whole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A8B0B8"/>
                </a:solidFill>
                <a:latin typeface="Calibri"/>
              </a:rPr>
              <a:t>Small playtest — exploratory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Integrated + toggle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More survivability aid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Milder spikes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Demo-ready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394960" cy="4389120"/>
          </a:xfrm>
          <a:prstGeom prst="round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276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D4A34A"/>
                </a:solidFill>
                <a:latin typeface="Calibri"/>
              </a:rPr>
              <a:t>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0292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Small sample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Modest gain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Light tuning only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No HP-only ablation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2F0EA"/>
                </a:solidFill>
                <a:latin typeface="Calibri"/>
              </a:rPr>
              <a:t>• High run variance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Start difficulty ≠ in-run struggle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PCG dungeon + restrained dynamic difficulty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End-to-end, modest gains for now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2F0EA"/>
                </a:solidFill>
                <a:latin typeface="Calibri"/>
              </a:rPr>
              <a:t>• Next: larger playtest, finer tuning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354</Words>
  <Application>Microsoft Office PowerPoint</Application>
  <PresentationFormat>宽屏</PresentationFormat>
  <Paragraphs>90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you</dc:creator>
  <cp:keywords/>
  <dc:description>generated using python-pptx</dc:description>
  <cp:lastModifiedBy>Shaopeng You</cp:lastModifiedBy>
  <cp:revision>5</cp:revision>
  <dcterms:created xsi:type="dcterms:W3CDTF">2013-01-27T09:14:16Z</dcterms:created>
  <dcterms:modified xsi:type="dcterms:W3CDTF">2026-08-11T11:47:35Z</dcterms:modified>
  <cp:category/>
</cp:coreProperties>
</file>
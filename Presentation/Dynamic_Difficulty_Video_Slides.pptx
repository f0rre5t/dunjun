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Dunjun: Procedural Dungeons with In-Run Dynamic Difficulty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555555"/>
                </a:solidFill>
                <a:latin typeface="Calibri"/>
              </a:rPr>
              <a:t>Final-Year Project</a:t>
            </a:r>
          </a:p>
          <a:p>
            <a:r>
              <a:rPr sz="1600" b="0">
                <a:solidFill>
                  <a:srgbClr val="555555"/>
                </a:solidFill>
                <a:latin typeface="Calibri"/>
              </a:rPr>
              <a:t>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1. Problem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2. The game (PCG + progression)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3. Dynamic difficulty design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4. Demo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5.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Start difficulty stays fixed for the whole run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In-run struggle is ignored (HP / heals / early damage)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Fixed drops &amp; spikes → harsh or luck-heavy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Hidden reward boosts are hard to explain or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Goal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In-run dynamic difficulty — explainable rules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Restrained intervention + cooldown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No loot jackpot</a:t>
            </a:r>
          </a:p>
          <a:p>
            <a:pPr>
              <a:spcAft>
                <a:spcPts val="16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ON / OFF for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The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PCG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Random-walk room layout · walls / doors from neighbours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Start / shop / boss by rules · enemies by depth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Spike chance &amp; shape scale with progress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Progression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Relics + gold shops → different builds each run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Route, build, and resource pace all vary → state swings hard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Method — 3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1. Starting tier → how much aid is allowed</a:t>
            </a:r>
          </a:p>
          <a:p>
            <a:pPr>
              <a:spcAft>
                <a:spcPts val="2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2. Distress (0–1) → when to intervene</a:t>
            </a:r>
          </a:p>
          <a:p>
            <a:pPr>
              <a:spcAft>
                <a:spcPts val="22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3. Game changes → potions / spikes / lethal save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Distress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Health ratio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Room damage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No-heal streak</a:t>
            </a:r>
          </a:p>
          <a:p>
            <a:pPr>
              <a:spcAft>
                <a:spcPts val="1800"/>
              </a:spcAft>
            </a:pPr>
            <a:r>
              <a:rPr sz="2600" b="0">
                <a:solidFill>
                  <a:srgbClr val="1A1A1A"/>
                </a:solidFill>
                <a:latin typeface="Calibri"/>
              </a:rPr>
              <a:t>• Near-death events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What Changes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Adjusts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Potion chance ↑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Spike pressure ↓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Easier layouts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Lethal → 1 HP (rare)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Cooldown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Does not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Heavy gold boost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Relic jackpot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Flip the whole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Playtest Switch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System active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→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OFF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14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System off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→ control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7472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555555"/>
                </a:solidFill>
                <a:latin typeface="Calibri"/>
              </a:rPr>
              <a:t>ON (Easy) → short OFF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Integrated + toggle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More survivability aid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Milder spikes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Demo-ready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Calibri"/>
              </a:rPr>
              <a:t>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Small sample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Modest gain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Light tuning only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No HP-only ablation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• High run variance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69848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Start difficulty ≠ in-run struggle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PCG dungeon + restrained dynamic difficulty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End-to-end, modest gains for now</a:t>
            </a:r>
          </a:p>
          <a:p>
            <a:pPr>
              <a:spcAft>
                <a:spcPts val="1800"/>
              </a:spcAft>
            </a:pPr>
            <a:r>
              <a:rPr sz="2400" b="0">
                <a:solidFill>
                  <a:srgbClr val="1A1A1A"/>
                </a:solidFill>
                <a:latin typeface="Calibri"/>
              </a:rPr>
              <a:t>• Next: larger playtest, finer tuning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834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
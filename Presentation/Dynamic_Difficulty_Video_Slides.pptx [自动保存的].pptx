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8417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rgbClr val="FFFFFF"/>
                </a:solidFill>
                <a:latin typeface="Calibri"/>
              </a:rPr>
              <a:t>Dunjun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: A Procedural Roguelike with Dynamic Difficulty</a:t>
            </a:r>
            <a:endParaRPr sz="3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dirty="0">
                <a:solidFill>
                  <a:srgbClr val="D4A34A"/>
                </a:solidFill>
                <a:latin typeface="Calibri"/>
              </a:rPr>
              <a:t>Project Presentation</a:t>
            </a:r>
          </a:p>
          <a:p>
            <a:r>
              <a:rPr lang="en-US" altLang="zh-CN" dirty="0">
                <a:solidFill>
                  <a:srgbClr val="A8B0B8"/>
                </a:solidFill>
                <a:latin typeface="Calibri"/>
              </a:rPr>
              <a:t>YOU SHAOPENG</a:t>
            </a:r>
            <a:endParaRPr sz="1800" b="0" dirty="0">
              <a:solidFill>
                <a:srgbClr val="A8B0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1. Problem — why static difficulty falls short in a run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2. Design — how the dynamic difficulty system works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3. Demo — short gameplay with the system hooked in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4. Results — what worked, and what is still limited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0B8"/>
                </a:solidFill>
                <a:latin typeface="Calibri"/>
              </a:rPr>
              <a:t>Static difficulty is set at the start — but struggle happens during the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Roguelikes change maps and encounters every run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Players usually pick Easy / Medium / Hard once, then follow fixed tables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In-run struggle (low HP, no heals, heavy early damage) is often ignored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Drops and spike pressure may stay the same even when the player is already failing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Secretly boosting all rewards is unclear and hard to evaluate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Project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32918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1051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4A34A"/>
                </a:solidFill>
                <a:latin typeface="Calibri"/>
              </a:rPr>
              <a:t>What I set out to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10607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A dynamic difficulty system that adjusts difficulty-related content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from the player’s state during a run — not only from the starting choice.</a:t>
            </a: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Requirements: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• Rules should be explainable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• Intervention should stay restrained (cooldown, no loot jackpot)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• ON / OFF switch for comparison playtests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Dynamic Difficulty System — 3 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566160" cy="42062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1. Starting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Easy / Medium / Hard still exist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Controls how strongly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dynamic difficulty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may intervene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Easy → more help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Hard → almost 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2062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276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2. Distress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Not only “1 HP”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Combine several signals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into a 0–1 value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Used to decide when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the system should 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566160" cy="42062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16276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3. Game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05740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When distress is high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and not on cooldown: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• more potions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• milder spike pressure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• rare lethal save (1 HP)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Distress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0B8"/>
                </a:solidFill>
                <a:latin typeface="Calibri"/>
              </a:rPr>
              <a:t>Several in-run signals → one distress value (0 to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Health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How low current HP is relative to max 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7190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Room damage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Damage taken in the current room / depth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5760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1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No-heal streak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How many rooms passed without healing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5760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822191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Near-death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519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Times the player reached a near-death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What Changes — and What Does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8640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Does adjust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120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Health potion drop chance ↑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Spike spawn pressure ↓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Easier spike layouts more likely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Emergency stabilize on lethal hit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  (chance to stay at 1 HP)</a:t>
            </a:r>
          </a:p>
          <a:p>
            <a:pPr>
              <a:spcAft>
                <a:spcPts val="600"/>
              </a:spcAft>
            </a:pPr>
            <a:endParaRPr sz="17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Plus a cooldown so it does not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trigger in every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276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Deliberately limited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50292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No heavy gold boost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No strong-relic jackpot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Not meant to flip the whole run</a:t>
            </a:r>
          </a:p>
          <a:p>
            <a:pPr>
              <a:spcAft>
                <a:spcPts val="600"/>
              </a:spcAft>
            </a:pPr>
            <a:endParaRPr sz="17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Goal: restrained help when the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player is clearly struggling —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not “play at 1 HP to farm loot”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Playtest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0B8"/>
                </a:solidFill>
                <a:latin typeface="Calibri"/>
              </a:rPr>
              <a:t>Same game, one clear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394960" cy="384048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Dynamic Difficulty: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Full system enabled</a:t>
            </a: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Distress can change potions,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spikes, and lethal saves</a:t>
            </a: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→ treatment / experiment side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94960" cy="384048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Dynamic Difficulty: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System disabled</a:t>
            </a: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All multipliers stay neutral;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no emergency stabilize</a:t>
            </a:r>
          </a:p>
          <a:p>
            <a:pPr>
              <a:spcAft>
                <a:spcPts val="600"/>
              </a:spcAft>
            </a:pPr>
            <a:endParaRPr sz="18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→ control side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2F0EA"/>
                </a:solidFill>
                <a:latin typeface="Calibri"/>
              </a:rPr>
              <a:t>Short gameplay next: procedural rooms, combat, and spikes,</a:t>
            </a:r>
          </a:p>
          <a:p>
            <a:r>
              <a:rPr sz="2200" b="0">
                <a:solidFill>
                  <a:srgbClr val="F2F0EA"/>
                </a:solidFill>
                <a:latin typeface="Calibri"/>
              </a:rPr>
              <a:t>with the dynamic difficulty system hooked into the run.</a:t>
            </a:r>
          </a:p>
          <a:p>
            <a:r>
              <a:rPr sz="1800" b="0">
                <a:solidFill>
                  <a:srgbClr val="A8B0B8"/>
                </a:solidFill>
                <a:latin typeface="Calibri"/>
              </a:rPr>
              <a:t>ON (Easy) → then a short OFF control segment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0B8"/>
                </a:solidFill>
                <a:latin typeface="Calibri"/>
              </a:rPr>
              <a:t>Small playtest + survey — exploratory, not final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What went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System is integrated and the toggle works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When struggling, survivability support increases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Spike pressure can ease a little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Enough for a final-year prototype demo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  and feedback 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39496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4A34A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0292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Sample size is small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Improvement looks modest so far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Parameters were design-set, lightly tuned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No HP-only ablation comparison yet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Mostly potions + spikes; clear rate impact limited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High run-to-run randomness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Starting difficulty alone does not track in-run struggle well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I built a restrained dynamic difficulty system from multiple signals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It adjusts potion chance and spike pressure inside a playable Unity dungeon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ON / OFF supports comparison; gains are modest but the pipeline is end-to-end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Next: larger playtests and finer tuning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644</Words>
  <Application>Microsoft Office PowerPoint</Application>
  <PresentationFormat>宽屏</PresentationFormat>
  <Paragraphs>119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you</dc:creator>
  <cp:keywords/>
  <dc:description>generated using python-pptx</dc:description>
  <cp:lastModifiedBy>Shaopeng You</cp:lastModifiedBy>
  <cp:revision>3</cp:revision>
  <dcterms:created xsi:type="dcterms:W3CDTF">2013-01-27T09:14:16Z</dcterms:created>
  <dcterms:modified xsi:type="dcterms:W3CDTF">2026-08-10T14:14:46Z</dcterms:modified>
  <cp:category/>
</cp:coreProperties>
</file>
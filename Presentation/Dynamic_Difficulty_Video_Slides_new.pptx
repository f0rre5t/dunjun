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3" d="100"/>
          <a:sy n="153" d="100"/>
        </p:scale>
        <p:origin x="372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 err="1">
                <a:solidFill>
                  <a:srgbClr val="1A1A1A"/>
                </a:solidFill>
                <a:latin typeface="Calibri"/>
              </a:rPr>
              <a:t>Dunjun</a:t>
            </a:r>
            <a:r>
              <a:rPr sz="2800" b="1" dirty="0">
                <a:solidFill>
                  <a:srgbClr val="1A1A1A"/>
                </a:solidFill>
                <a:latin typeface="Calibri"/>
              </a:rPr>
              <a:t>: Procedural </a:t>
            </a:r>
            <a:r>
              <a:rPr lang="en-US" altLang="zh-CN" sz="2800" b="1" dirty="0">
                <a:solidFill>
                  <a:srgbClr val="1A1A1A"/>
                </a:solidFill>
                <a:latin typeface="Calibri"/>
              </a:rPr>
              <a:t>Roguelike game</a:t>
            </a:r>
            <a:r>
              <a:rPr sz="2800" b="1" dirty="0">
                <a:solidFill>
                  <a:srgbClr val="1A1A1A"/>
                </a:solidFill>
                <a:latin typeface="Calibri"/>
              </a:rPr>
              <a:t> with Dynamic Difficulty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153670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rgbClr val="555555"/>
                </a:solidFill>
                <a:latin typeface="Calibri"/>
              </a:rPr>
              <a:t>YOU SHAOPENG</a:t>
            </a:r>
            <a:endParaRPr sz="1600" b="0" dirty="0">
              <a:solidFill>
                <a:srgbClr val="555555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069848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400" b="0">
                <a:solidFill>
                  <a:srgbClr val="1A1A1A"/>
                </a:solidFill>
                <a:latin typeface="Calibri"/>
              </a:rPr>
              <a:t>1. Problem</a:t>
            </a:r>
          </a:p>
          <a:p>
            <a:pPr>
              <a:spcAft>
                <a:spcPts val="1600"/>
              </a:spcAft>
            </a:pPr>
            <a:r>
              <a:rPr sz="2400" b="0">
                <a:solidFill>
                  <a:srgbClr val="1A1A1A"/>
                </a:solidFill>
                <a:latin typeface="Calibri"/>
              </a:rPr>
              <a:t>2. The game (PCG + progression)</a:t>
            </a:r>
          </a:p>
          <a:p>
            <a:pPr>
              <a:spcAft>
                <a:spcPts val="1600"/>
              </a:spcAft>
            </a:pPr>
            <a:r>
              <a:rPr sz="2400" b="0">
                <a:solidFill>
                  <a:srgbClr val="1A1A1A"/>
                </a:solidFill>
                <a:latin typeface="Calibri"/>
              </a:rPr>
              <a:t>3. Dynamic difficulty design</a:t>
            </a:r>
          </a:p>
          <a:p>
            <a:pPr>
              <a:spcAft>
                <a:spcPts val="1600"/>
              </a:spcAft>
            </a:pPr>
            <a:r>
              <a:rPr sz="2400" b="0">
                <a:solidFill>
                  <a:srgbClr val="1A1A1A"/>
                </a:solidFill>
                <a:latin typeface="Calibri"/>
              </a:rPr>
              <a:t>4. Demo</a:t>
            </a:r>
          </a:p>
          <a:p>
            <a:pPr>
              <a:spcAft>
                <a:spcPts val="1600"/>
              </a:spcAft>
            </a:pPr>
            <a:r>
              <a:rPr sz="2400" b="0">
                <a:solidFill>
                  <a:srgbClr val="1A1A1A"/>
                </a:solidFill>
                <a:latin typeface="Calibri"/>
              </a:rPr>
              <a:t>5. Results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069848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400" b="0">
                <a:solidFill>
                  <a:srgbClr val="1A1A1A"/>
                </a:solidFill>
                <a:latin typeface="Calibri"/>
              </a:rPr>
              <a:t>• Start difficulty stays fixed for the whole run</a:t>
            </a:r>
          </a:p>
          <a:p>
            <a:pPr>
              <a:spcAft>
                <a:spcPts val="1800"/>
              </a:spcAft>
            </a:pPr>
            <a:r>
              <a:rPr sz="2400" b="0">
                <a:solidFill>
                  <a:srgbClr val="1A1A1A"/>
                </a:solidFill>
                <a:latin typeface="Calibri"/>
              </a:rPr>
              <a:t>• In-run struggle is ignored (HP / heals / early damage)</a:t>
            </a:r>
          </a:p>
          <a:p>
            <a:pPr>
              <a:spcAft>
                <a:spcPts val="1800"/>
              </a:spcAft>
            </a:pPr>
            <a:r>
              <a:rPr sz="2400" b="0">
                <a:solidFill>
                  <a:srgbClr val="1A1A1A"/>
                </a:solidFill>
                <a:latin typeface="Calibri"/>
              </a:rPr>
              <a:t>• Fixed drops &amp; spikes → harsh or luck-heavy</a:t>
            </a:r>
          </a:p>
          <a:p>
            <a:pPr>
              <a:spcAft>
                <a:spcPts val="1800"/>
              </a:spcAft>
            </a:pPr>
            <a:r>
              <a:rPr sz="2400" b="0">
                <a:solidFill>
                  <a:srgbClr val="1A1A1A"/>
                </a:solidFill>
                <a:latin typeface="Calibri"/>
              </a:rPr>
              <a:t>• Hidden reward boosts are hard to explain or test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Goal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069848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400" b="0">
                <a:solidFill>
                  <a:srgbClr val="1A1A1A"/>
                </a:solidFill>
                <a:latin typeface="Calibri"/>
              </a:rPr>
              <a:t>In-run dynamic difficulty — explainable rules</a:t>
            </a:r>
          </a:p>
          <a:p>
            <a:pPr>
              <a:spcAft>
                <a:spcPts val="1600"/>
              </a:spcAft>
            </a:pPr>
            <a:endParaRPr sz="2400" b="0">
              <a:solidFill>
                <a:srgbClr val="1A1A1A"/>
              </a:solidFill>
              <a:latin typeface="Calibri"/>
            </a:endParaRPr>
          </a:p>
          <a:p>
            <a:pPr>
              <a:spcAft>
                <a:spcPts val="1600"/>
              </a:spcAft>
            </a:pPr>
            <a:r>
              <a:rPr sz="2400" b="0">
                <a:solidFill>
                  <a:srgbClr val="1A1A1A"/>
                </a:solidFill>
                <a:latin typeface="Calibri"/>
              </a:rPr>
              <a:t>• Restrained intervention + cooldown</a:t>
            </a:r>
          </a:p>
          <a:p>
            <a:pPr>
              <a:spcAft>
                <a:spcPts val="1600"/>
              </a:spcAft>
            </a:pPr>
            <a:r>
              <a:rPr sz="2400" b="0">
                <a:solidFill>
                  <a:srgbClr val="1A1A1A"/>
                </a:solidFill>
                <a:latin typeface="Calibri"/>
              </a:rPr>
              <a:t>• No loot jackpot</a:t>
            </a:r>
          </a:p>
          <a:p>
            <a:pPr>
              <a:spcAft>
                <a:spcPts val="1600"/>
              </a:spcAft>
            </a:pPr>
            <a:r>
              <a:rPr sz="2400" b="0">
                <a:solidFill>
                  <a:srgbClr val="1A1A1A"/>
                </a:solidFill>
                <a:latin typeface="Calibri"/>
              </a:rPr>
              <a:t>• ON / OFF for comparison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The Game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069848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PCG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Random-walk room layout · walls / doors from neighbours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Start / shop / boss by rules · enemies by depth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Spike chance &amp; shape scale with progress</a:t>
            </a:r>
          </a:p>
          <a:p>
            <a:pPr>
              <a:spcAft>
                <a:spcPts val="800"/>
              </a:spcAft>
            </a:pPr>
            <a:endParaRPr sz="2000" b="0">
              <a:solidFill>
                <a:srgbClr val="1A1A1A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Progression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Relics + gold shops → different builds each run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Route, build, and resource pace all vary → state swings hard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Method — 3 Parts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069848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</a:pPr>
            <a:r>
              <a:rPr sz="2400" b="0">
                <a:solidFill>
                  <a:srgbClr val="1A1A1A"/>
                </a:solidFill>
                <a:latin typeface="Calibri"/>
              </a:rPr>
              <a:t>1. Starting tier → how much aid is allowed</a:t>
            </a:r>
          </a:p>
          <a:p>
            <a:pPr>
              <a:spcAft>
                <a:spcPts val="2200"/>
              </a:spcAft>
            </a:pPr>
            <a:r>
              <a:rPr sz="2400" b="0">
                <a:solidFill>
                  <a:srgbClr val="1A1A1A"/>
                </a:solidFill>
                <a:latin typeface="Calibri"/>
              </a:rPr>
              <a:t>2. Distress (0–1) → when to intervene</a:t>
            </a:r>
          </a:p>
          <a:p>
            <a:pPr>
              <a:spcAft>
                <a:spcPts val="2200"/>
              </a:spcAft>
            </a:pPr>
            <a:r>
              <a:rPr sz="2400" b="0">
                <a:solidFill>
                  <a:srgbClr val="1A1A1A"/>
                </a:solidFill>
                <a:latin typeface="Calibri"/>
              </a:rPr>
              <a:t>3. Game changes → potions / spikes / lethal save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Distress Signals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069848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600" b="0">
                <a:solidFill>
                  <a:srgbClr val="1A1A1A"/>
                </a:solidFill>
                <a:latin typeface="Calibri"/>
              </a:rPr>
              <a:t>• Health ratio</a:t>
            </a:r>
          </a:p>
          <a:p>
            <a:pPr>
              <a:spcAft>
                <a:spcPts val="1800"/>
              </a:spcAft>
            </a:pPr>
            <a:r>
              <a:rPr sz="2600" b="0">
                <a:solidFill>
                  <a:srgbClr val="1A1A1A"/>
                </a:solidFill>
                <a:latin typeface="Calibri"/>
              </a:rPr>
              <a:t>• Room damage</a:t>
            </a:r>
          </a:p>
          <a:p>
            <a:pPr>
              <a:spcAft>
                <a:spcPts val="1800"/>
              </a:spcAft>
            </a:pPr>
            <a:r>
              <a:rPr sz="2600" b="0">
                <a:solidFill>
                  <a:srgbClr val="1A1A1A"/>
                </a:solidFill>
                <a:latin typeface="Calibri"/>
              </a:rPr>
              <a:t>• No-heal streak</a:t>
            </a:r>
          </a:p>
          <a:p>
            <a:pPr>
              <a:spcAft>
                <a:spcPts val="1800"/>
              </a:spcAft>
            </a:pPr>
            <a:r>
              <a:rPr sz="2600" b="0">
                <a:solidFill>
                  <a:srgbClr val="1A1A1A"/>
                </a:solidFill>
                <a:latin typeface="Calibri"/>
              </a:rPr>
              <a:t>• Near-death events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What Changes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069848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1A1A"/>
                </a:solidFill>
                <a:latin typeface="Calibri"/>
              </a:rPr>
              <a:t>Adjusts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Potion chance ↑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Spike pressure ↓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Easier layouts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Lethal → 1 HP (rare)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Cooldown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1A1A"/>
                </a:solidFill>
                <a:latin typeface="Calibri"/>
              </a:rPr>
              <a:t>Does not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74519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Heavy gold boost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Relic jackpot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Flip the whole run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1A"/>
                </a:solidFill>
                <a:latin typeface="Calibri"/>
              </a:rPr>
              <a:t>Demo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069848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1A1A"/>
                </a:solidFill>
                <a:latin typeface="Calibri"/>
              </a:rPr>
              <a:t>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Integrated + toggle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More survivability aid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Milder spikes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Demo-ready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1A1A"/>
                </a:solidFill>
                <a:latin typeface="Calibri"/>
              </a:rPr>
              <a:t>Limits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74519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Small sample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Modest gain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Light tuning only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No HP-only ablation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High run variance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069848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400" b="0">
                <a:solidFill>
                  <a:srgbClr val="1A1A1A"/>
                </a:solidFill>
                <a:latin typeface="Calibri"/>
              </a:rPr>
              <a:t>• Start difficulty ≠ in-run struggle</a:t>
            </a:r>
          </a:p>
          <a:p>
            <a:pPr>
              <a:spcAft>
                <a:spcPts val="1800"/>
              </a:spcAft>
            </a:pPr>
            <a:r>
              <a:rPr sz="2400" b="0">
                <a:solidFill>
                  <a:srgbClr val="1A1A1A"/>
                </a:solidFill>
                <a:latin typeface="Calibri"/>
              </a:rPr>
              <a:t>• PCG dungeon + restrained dynamic difficulty</a:t>
            </a:r>
          </a:p>
          <a:p>
            <a:pPr>
              <a:spcAft>
                <a:spcPts val="1800"/>
              </a:spcAft>
            </a:pPr>
            <a:r>
              <a:rPr sz="2400" b="0">
                <a:solidFill>
                  <a:srgbClr val="1A1A1A"/>
                </a:solidFill>
                <a:latin typeface="Calibri"/>
              </a:rPr>
              <a:t>• End-to-end, modest gains for now</a:t>
            </a:r>
          </a:p>
          <a:p>
            <a:pPr>
              <a:spcAft>
                <a:spcPts val="1800"/>
              </a:spcAft>
            </a:pPr>
            <a:r>
              <a:rPr sz="2400" b="0">
                <a:solidFill>
                  <a:srgbClr val="1A1A1A"/>
                </a:solidFill>
                <a:latin typeface="Calibri"/>
              </a:rPr>
              <a:t>• Next: larger playtest, finer tuning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8346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1A"/>
                </a:solidFill>
                <a:latin typeface="Calibri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310</Words>
  <Application>Microsoft Office PowerPoint</Application>
  <PresentationFormat>宽屏</PresentationFormat>
  <Paragraphs>67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Shaopeng You</cp:lastModifiedBy>
  <cp:revision>2</cp:revision>
  <dcterms:created xsi:type="dcterms:W3CDTF">2013-01-27T09:14:16Z</dcterms:created>
  <dcterms:modified xsi:type="dcterms:W3CDTF">2026-08-10T14:20:36Z</dcterms:modified>
  <cp:category/>
</cp:coreProperties>
</file>